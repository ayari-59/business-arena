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Dirigez une entreprise.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Apprenez a decider.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de gestion pour l'enseignement superieur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CG · BTS MCO · BTS NDRC · BTS GPME · DCG · Bac STMG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s'enseigne en theorie, mais se comprend en pratique.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331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cas sur papier n'ont pas de consequence : l'etudiant repond, il ne decide pas.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tableurs pedagogiques sont statiques : pas de marche, pas de concurrence, pas de surprise.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manque d'outils pour articuler notions et mise en situation.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mauvais reglage ne se voit qu'en seance 3, quand il est trop tard.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 est une simulation d'entreprise en ligne, gratuite et sans installation.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equipe dirige une entreprise dans un secteur reel : elle fixe ses prix, approvisionne, recrute, affronte la concurrence. A chaque tour, une situation surgit, un modele de gestion s'applique, une decision se prend et ses consequences se mesurent.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calcule par un moteur economique deterministe et teste. Aucun chiffre n'est invente.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pedagogique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35440" y="2286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6160" y="3657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66160" y="4297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3657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35440" y="365760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235440" y="4297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entreprises, 9 secteurs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industriel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stocks, cout de revient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MAILLE &amp; 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de mode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commerciale, assortiment, demarque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417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Saisonnalite, yield, perissabilite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 D'AUGUSTIN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matieres, seuil de rentabilite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CONSEIL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conseil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facturable, BFR, tresorerie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306324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&amp; CO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client, canaux, commission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 FITNESS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de sport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532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Abonnements, retention, LTV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448056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MARTEL &amp; FILS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5532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Chantiers, risques, sous-traitance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754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CIE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2104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5532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Capacite, tournees, cout au km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moteur economique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par segments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Elasticite-prix, prix psychologiques, saisonnalite, parts de marche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stocks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Capacite, sous-traitance, peremption, cout de revient complet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resultat, bilan, tresorerie, BFR, emprunt, assurance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concurrente avec strategies differenciees, classement BPI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chiffre est calcule et reproductible, aucun hasard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tests automatises, y compris la coherence pedagogique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niveaux de difficulte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niveau ouvre de nouvelles decisions. L'enseignant choisit l'etendue du jeu selon sa classe.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Decouverte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874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Prix, volume, pub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decisions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97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651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Fournisseurs, RH, SAV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decisions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Pilotage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3429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Financement, R&amp;D, assurance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decisions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Arbitrage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Investissement, credit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decisions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Strategie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4983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Export, partenariats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decisions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8064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806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Executive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5760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decisions ouvertes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fiches notions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notion de gestion rencontree dans le jeu dispose d'une fiche :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Ce que c'est : definition accessible, en une phrase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Ce que ca change : pourquoi cette notion compte dans la decision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Comment la calculer : la formule, avec les chiffres de la partie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Un exemple : tire du secteur joue, pas d'un cas generique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chiffre d'affaires au BFR, du seuil de rentabilite a la VAN, du cout de revient a l'analyse des ecarts : toutes les notions des referentiels sont couvertes.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modeles d'aide a la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situation du jeu mobilise un modele. L'etudiant ne l'apprend pas puis l'applique : il en a besoin pour decider, puis il le nomme.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l'elasticite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920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psychologique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9202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cout-volume-profit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65176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marginale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65176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Couts pertinents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FRNG / BFR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3832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 tresorerie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3832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ecarts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multicritere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1148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sensibilite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114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des scenarios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8463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48463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4846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decision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5778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rentabilite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97680" y="55778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448056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productivite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38160" y="55778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capacite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situations pedagogiques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chaque tour, la partie fait surgir une situation :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  L'equipe decouvre le probleme dans les chiffres de son entreprise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 Elle pose un diagnostic parmi des propositions (justes et leurres)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 Elle choisit le modele de gestion adapte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  Elle repond a un QCM qui verifie la comprehension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  Elle prend sa decision pour le tour suivant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connait a l'avance les situations, les corriges et les leurres.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L'etudiant ne voit que le probleme : il cherche, il ne recite pas.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ateliers cle en main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atelier est ecrit pour un diplome, avec ses seances, ses livrables, sa grille d'evaluation et ses competences du referentiel.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Comptabilite et 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annee  ·  6 seances  ·  NOVA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annee  ·  5 seances  ·  MAILLE &amp; 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NDRC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annee  ·  5 seances  ·  PIXEL &amp; 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GPME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annee  ·  5 seances  ·  NOVA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7 Management  ·  5 seances  ·  NOVA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84632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STMG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303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·  4 seances  ·  MAILLE &amp; CO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atelier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eleve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L'entreprise, les consignes, le tableau de bord. Aucune reponse, aucun corrige.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enseignant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situations avec leurs corriges, les leurres, les attendus du diagnostic.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seance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3108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Deroule minute, objectifs, competences du referentiel, notions travaillees.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imprimables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39776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par livrable, avec les rubriques extraites de la consigne.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46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(tableur)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4846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avec formules : CA recalcule, ecarts, resultat cumule.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7150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7150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d'evaluation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5715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en lignes, equipes en colonnes, prete a remplir.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dans les referentiels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seance declare ses competences et ses notions du referentiel.
Les six referentiels ont ete lus et verifies sur leurs textes officiels :
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Arrete du 3 novembre 2014  ·  7 processus (P1 a P7)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21945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2018  ·  4 blocs de competences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NDRC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2018  ·  3 blocs de competences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5661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611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GPME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2018  ·  4 blocs de competences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officiel  ·  13 unites d'enseignement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49377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983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STMG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349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de Premiere et Terminale  ·  10 themes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 competition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peut regrouper plusieurs parties dans une competition.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Classement en temps reel entre les equipes de toutes les parties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Indice de performance BPI multi-dimensions (7 dimensions)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Les equipes se comparent sans se copier : meme secteur, memes regles, mais des marches differents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Le classement se met a jour a chaque cloture de tour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competition rend visible ce que le resultat seul ne dit pas : une equipe peut avoir le meilleur resultat net et la pire tresorerie.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de l'enseignant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toutes les equipes, indicateurs cles, alertes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notes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 des performances par equipe sur toute la partie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&amp; corriges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situations a venir, avec les reponses attendues et les leurres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Reglages en direct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Niveau, nombre de tours, periodicite, QCM : tout se regle avant et pendant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questions pour trouver le bon secteur, le bon niveau et la bonne duree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protege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enseignant, donnees separees, aucun corrige cote eleve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coup d'oeil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37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645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737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0" y="2743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notions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14400" y="5029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3931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572000" y="5029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0" y="3931920"/>
            <a:ext cx="3200400" cy="1828800"/>
          </a:xfrm>
          <a:prstGeom prst="roundRect">
            <a:avLst>
              <a:gd name="adj" fmla="val 7500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023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9600" y="5029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BPI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demarrer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la page d'orientation ou choisissez directement un secteur et un niveau.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Creez une partie en un clic. Aucun compte, aucune installation, aucun cout.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equipes jouent sur leurs navigateurs. L'enseignant suit depuis son tableau de bord.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livrables, les QCM et le tableau de bord fournissent la matiere de l'evaluation.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Dirigez une entreprise. Apprenez a decider.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· Sans installation · Sans compte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business-arena.fr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Présentation enseignants</dc:subject>
  <dc:creator>Business Arena</dc:creator>
  <cp:lastModifiedBy>Business Arena</cp:lastModifiedBy>
  <cp:revision>1</cp:revision>
  <dcterms:created xsi:type="dcterms:W3CDTF">2026-08-30T21:19:05Z</dcterms:created>
  <dcterms:modified xsi:type="dcterms:W3CDTF">2026-08-30T21:19:05Z</dcterms:modified>
</cp:coreProperties>
</file>